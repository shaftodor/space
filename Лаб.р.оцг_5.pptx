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ru-RU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80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48E5ED-ECA6-4DB6-BED7-1BB315B9DE24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7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A8BA7-24F4-4FDF-83B2-8A78B59083B8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C32128-F720-4413-AEE4-AEB557A25349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B38833-FD05-4065-857E-9231F90F6B52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2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ru-RU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80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ru-RU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rPr>
              <a:t>Образец текста</a:t>
            </a:r>
            <a:endParaRPr lang="en-US" sz="2400" b="0" u="none" spc="201" strike="noStrike" cap="all">
              <a:solidFill>
                <a:schemeClr val="dk2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43A005-BDFB-4E1C-9906-91CCE80D751A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3E8C0E-712A-4E5B-B6BE-AB74F0E312D7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ru-RU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ru-RU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0E2E6A-5D75-4F98-B576-097E20CA1AD2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443B3-4E71-4A25-9C4D-798A6A6533B0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0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E85B7-875E-44C4-AC68-25F26E208DA4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8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ru-RU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3600" b="0" u="none" spc="-51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Второй уровень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Четвертый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Пятый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Образец текста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EB79A3-F0D3-41B7-BD2E-7C0F0AE122DB}" type="slidenum">
              <a:rPr lang="ru-RU" sz="105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880" rIns="90000" bIns="20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9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ru-RU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ru-RU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en-US" sz="3600" b="0" u="none" spc="-51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tIns="4572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Вставка рисунка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t">
            <a:normAutofit/>
          </a:bodyPr>
          <a:lstStyle>
            <a:lvl1pPr indent="0" algn="l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Образец текста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149482-2BC3-4085-B726-884A8EF735EA}" type="slidenum">
              <a:rPr lang="ru-RU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&lt;номер&gt;</a:t>
            </a:fld>
            <a:endParaRPr lang="ru-R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72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Робототехника и человекоподобные роботы</a:t>
            </a:r>
            <a:endParaRPr lang="en-US" sz="72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95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rPr>
              <a:t>Применение в сервисе и разработке</a:t>
            </a:r>
            <a:endParaRPr lang="ru-RU" sz="2400" b="0" u="none" spc="201" strike="noStrike" cap="all">
              <a:solidFill>
                <a:schemeClr val="dk2"/>
              </a:solidFill>
              <a:effectLst/>
              <a:uFillTx/>
              <a:latin typeface="Calibri Light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097280" y="5914440"/>
            <a:ext cx="10058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СТУДЕНТ ГР. – 8627КВ                                                                                                                            САИДОВ Р. Т.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0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Что такое человекоподобные роботы?</a:t>
            </a:r>
            <a:endParaRPr lang="en-US" sz="40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Машины, созданные для работы в среде, расчитанной на человека. 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Механика – корпус, руки, ноги. 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Датчики –камеры и сенсоры помогают воспринимать окружение.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Искусственный интеллект – распознает предметы и помогает выбирать действия.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Главная цель – выполнить физические задачи и помогать человеку.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Внешнее сходство с человеком не означает наличия сознания или чувств.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ИЗВЕСТНЫЕ РАЗРАБОТКИ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85920" y="2209680"/>
            <a:ext cx="2720880" cy="3589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Optimus – Tesla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Разрабатывается для повторяющихся задач на заводах и в перспективе – для бытовой помощи.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3683160" y="2209680"/>
            <a:ext cx="391968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Figure 01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Ранняя модель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Figure AI. </a:t>
            </a: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Исследовалась для распознавания объектов, захвата предметов и выполнения физических задач.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7865640" y="2209680"/>
            <a:ext cx="376740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Российские проекты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FEDOR </a:t>
            </a: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исследовательский робот;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AIDOL </a:t>
            </a: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 Грин – примеры современных разработок в области гуманоидов и физического ИИ.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ПРИМЕНЕНИЕ В ПРОИЗВОДСТВЕ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Прямоугольник: скругленные углы 3"/>
          <p:cNvSpPr/>
          <p:nvPr/>
        </p:nvSpPr>
        <p:spPr>
          <a:xfrm>
            <a:off x="474120" y="2023560"/>
            <a:ext cx="5875560" cy="3708000"/>
          </a:xfrm>
          <a:prstGeom prst="roundRect">
            <a:avLst>
              <a:gd name="adj" fmla="val 16667"/>
            </a:avLst>
          </a:prstGeom>
          <a:solidFill>
            <a:srgbClr val="E48312"/>
          </a:solidFill>
          <a:ln>
            <a:solidFill>
              <a:srgbClr val="A860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736560" y="2446560"/>
            <a:ext cx="535068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ГДЕ ПОЛЕЗНЫ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Перенос коробок и деталей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Сортировка и размещение предметов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Перемещение компонентов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Работа в опасных зонах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Рисунок 5"/>
          <p:cNvPicPr/>
          <p:nvPr/>
        </p:nvPicPr>
        <p:blipFill>
          <a:blip r:embed="rId1"/>
          <a:stretch/>
        </p:blipFill>
        <p:spPr>
          <a:xfrm>
            <a:off x="7764480" y="1945440"/>
            <a:ext cx="2886120" cy="37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ПРИМЕНЕНИЕ В СФЕРЕ УСЛУГ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Роботы могут помогать персоналу и посетителям.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Гостиницы и магазины – навигация, ответы на вопросы, информация о товарах.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Больницы – доставка предметов и помощь в ориентирах.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Образование и музеи – демонстрации, интерактивные занятия и экскурсии.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Преимущества и ограничения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27" name="Прямоугольник: скругленные углы 3"/>
          <p:cNvSpPr/>
          <p:nvPr/>
        </p:nvSpPr>
        <p:spPr>
          <a:xfrm>
            <a:off x="507960" y="2175840"/>
            <a:ext cx="5037480" cy="340308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A860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Прямоугольник: скругленные углы 4"/>
          <p:cNvSpPr/>
          <p:nvPr/>
        </p:nvSpPr>
        <p:spPr>
          <a:xfrm>
            <a:off x="6646320" y="2175840"/>
            <a:ext cx="5037480" cy="3403080"/>
          </a:xfrm>
          <a:prstGeom prst="roundRect">
            <a:avLst>
              <a:gd name="adj" fmla="val 16667"/>
            </a:avLst>
          </a:prstGeom>
          <a:solidFill>
            <a:srgbClr val="E48312"/>
          </a:solidFill>
          <a:ln>
            <a:solidFill>
              <a:srgbClr val="A860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855000" y="2446560"/>
            <a:ext cx="431748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ПРЕИМУЩЕСТВА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Снижает физическую нагрузку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Могут работать в опасных условиях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Способы выполнить разные задачи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7027200" y="2446560"/>
            <a:ext cx="430920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ОГРАНИЧЕНИЯ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Высокая стоимость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Ограниченная работа от аккумулятора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Сложности с безопасностью и надежностью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ЗАКЛЮЧЕНИЕ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Человекоподобные роботы могут изменить производство и сферу услуг.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Optimus, Figure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и российские проекты показывают, как быстро развивается эта область.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Их будущее зависит о безопасности, надежности и стоимости. Наиболее реалистичный сценарий – сотрудничество человека и робота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5720040" y="6438960"/>
            <a:ext cx="126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7/7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ru-RU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Вопросы для аудитории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1. Где применяют человекоподобных роботов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?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2. Какие роботы существуют в России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?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3. Смогут ли роботы заменить людей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?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Ретро">
  <a:themeElements>
    <a:clrScheme name="Ретро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Application>LibreOffice/26.2.6.3$Windows_X86_64 LibreOffice_project/8221e31b3ac356a1623c672912a3d2b492f7e3d1</Application>
  <AppVersion>15.0000</AppVersion>
  <Words>310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2026-10-24T08:24:38Z</dcterms:created>
  <dc:creator>PC1306-02</dc:creator>
  <dc:description/>
  <dc:language>ru-RU</dc:language>
  <cp:lastModifiedBy/>
  <dcterms:modified xsi:type="dcterms:W3CDTF">2026-10-26T15:39:06Z</dcterms:modified>
  <cp:revision>7</cp:revision>
  <dc:subject/>
  <dc:title>Робототехника и человекоподобные роботы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8</vt:i4>
  </property>
</Properties>
</file>